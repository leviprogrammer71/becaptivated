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99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640080"/>
            <a:ext cx="2286000" cy="304495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731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BeCaptivatedBooks.com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Presentation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4114800" cy="18288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BEHOLD!</a:t>
            </a:r>
            <a:pPr indent="0" marL="0">
              <a:buNone/>
            </a:pPr>
            <a:r>
              <a:rPr lang="en-US" sz="1600" i="1" dirty="0">
                <a:solidFill>
                  <a:srgbClr val="FD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Captivated by the God of Creation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Christine Beltz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Christine Beltz  |  March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699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4630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website that reflects the wonder and beauty of God's creation — just like the book itself.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572000" y="457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4572000" y="105156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0" y="13258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BeCaptivatedBooks.com is designed to be more than just a book website. It's a digital extension of your ministry — a warm, inviting space where readers discover the wonder of creation and deepen their faith.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0" y="301752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89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64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Captivate visitors from first click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0" y="36118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703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06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your nature-inspired message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572000" y="42062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206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lasting reader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Complete Website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beautifully crafted pages, ready to publish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carousels, book showcase, animated CTAs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1732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69164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Book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6908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cover display, formats, reader journey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41732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19" name="Shape 15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Christine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0372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photo gallery, personal story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26060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Devotionals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3444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devotionals with numbered cards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26060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260604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31" name="Shape 25"/>
          <p:cNvSpPr/>
          <p:nvPr/>
        </p:nvSpPr>
        <p:spPr>
          <a:xfrm>
            <a:off x="3474720" y="288036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718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690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posts, category filters, newsletter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26060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60604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37" name="Shape 30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7180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90372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form, speaking &amp; events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57200" y="37947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57200" y="379476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43" name="Shape 35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23444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Post 1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1234440" y="4297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Science Deepens My Faith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3291840" y="37947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3291840" y="379476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49" name="Shape 40"/>
          <p:cNvSpPr/>
          <p:nvPr/>
        </p:nvSpPr>
        <p:spPr>
          <a:xfrm>
            <a:off x="3474720" y="406908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4160520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06908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Post 2</a:t>
            </a:r>
            <a:endParaRPr lang="en-US" sz="1300" dirty="0"/>
          </a:p>
        </p:txBody>
      </p:sp>
      <p:sp>
        <p:nvSpPr>
          <p:cNvPr id="52" name="Text 42"/>
          <p:cNvSpPr/>
          <p:nvPr/>
        </p:nvSpPr>
        <p:spPr>
          <a:xfrm>
            <a:off x="4069080" y="4297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Behold?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6126480" y="37947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126480" y="3794760"/>
            <a:ext cx="54864" cy="10515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55" name="Shape 45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2C5530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903720" y="3977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Post 3</a:t>
            </a:r>
            <a:endParaRPr lang="en-US" sz="1300" dirty="0"/>
          </a:p>
        </p:txBody>
      </p:sp>
      <p:sp>
        <p:nvSpPr>
          <p:cNvPr id="58" name="Text 47"/>
          <p:cNvSpPr/>
          <p:nvPr/>
        </p:nvSpPr>
        <p:spPr>
          <a:xfrm>
            <a:off x="6903720" y="4297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God's Signature in the Salmon Run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That Captivates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is intentional — rooted in the themes of your book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554480"/>
          </a:xfrm>
          <a:prstGeom prst="rect">
            <a:avLst/>
          </a:prstGeom>
          <a:solidFill>
            <a:srgbClr val="243F27"/>
          </a:solidFill>
          <a:ln w="6350">
            <a:solidFill>
              <a:srgbClr val="C699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54864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Nature-Inspired Palette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greens, warm golds, and soft creams mirror the earthy beauty of creation. Colors chosen to evoke wonder and warmth.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1554480"/>
          </a:xfrm>
          <a:prstGeom prst="rect">
            <a:avLst/>
          </a:prstGeom>
          <a:solidFill>
            <a:srgbClr val="243F27"/>
          </a:solidFill>
          <a:ln w="6350">
            <a:solidFill>
              <a:srgbClr val="C699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08760"/>
            <a:ext cx="4023360" cy="54864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Elegant Typography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headings paired with clean Lato body text — timeless, readable, and distinctly literary.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243F27"/>
          </a:solidFill>
          <a:ln w="6350">
            <a:solidFill>
              <a:srgbClr val="C699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4023360" cy="54864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Immersive Photography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author carousels with Ken Burns zoom effects, crossfade transitions, and hover-pause interactivity.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023360" cy="1554480"/>
          </a:xfrm>
          <a:prstGeom prst="rect">
            <a:avLst/>
          </a:prstGeom>
          <a:solidFill>
            <a:srgbClr val="243F27"/>
          </a:solidFill>
          <a:ln w="6350">
            <a:solidFill>
              <a:srgbClr val="C699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246120"/>
            <a:ext cx="4023360" cy="54864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Book Showcase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perspective transforms create a realistic book display — the cover tilts and responds to user interaction.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Built for Ministry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310896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2C55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with Category Filters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43560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&amp; Science, Devotional, Creation, Teaching, and Family. Pre-loaded with 3 full articles and 9 post cards.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2C553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Study Devotionals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2128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devotional study beautifully presented with numbered cards, making content accessible online.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2C553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Signup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9900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email capture to grow your audience and keep readers engaged between books.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520440"/>
            <a:ext cx="320040" cy="320040"/>
          </a:xfrm>
          <a:prstGeom prst="ellipse">
            <a:avLst/>
          </a:prstGeom>
          <a:solidFill>
            <a:srgbClr val="2C5530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Speaking &amp; Events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37673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section to showcase availability for speaking engagements, retreats, and book signings.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320040" cy="320040"/>
          </a:xfrm>
          <a:prstGeom prst="ellipse">
            <a:avLst/>
          </a:prstGeom>
          <a:solidFill>
            <a:srgbClr val="2C553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Reader's Journey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45445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4-step path guiding visitors into deeper engagement with the book and your ministry.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With Your Audience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Faith-Curious Readers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drawn to the intersection of science and faith. Your blog posts and devotionals give them a reason to keep returning.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2103120" cy="45720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+ Newsletter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5943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Group Leaders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 facilitators looking for creation-centered Bible study material. 20 devotionals as ready-made curriculum.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3611880"/>
            <a:ext cx="2103120" cy="45720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Devotionals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651760" cy="594360"/>
          </a:xfrm>
          <a:prstGeom prst="rect">
            <a:avLst/>
          </a:prstGeom>
          <a:solidFill>
            <a:srgbClr val="2C553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Organizers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 and retreat centers seeking speakers. Your contact page and speaking section make you easy to book.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2103120" cy="45720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611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+ Events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Website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Pages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designed with purpose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Devotionals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 online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SEO-ready content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Photos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gallery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C6993E">
              <a:alpha val="50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31089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Scroll-triggered animations bring every section to life as readers explore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3016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35844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design system with CSS custom properties ensures brand cohesion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05656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405993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adapts beautifully from desktop to tablet to phone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8114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53542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Fast-loading, SEO-friendly HTML — no heavy frameworks or slow load times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2286000" cy="304495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320040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Launch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200400" y="960120"/>
            <a:ext cx="13716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5" name="Shape 2"/>
          <p:cNvSpPr/>
          <p:nvPr/>
        </p:nvSpPr>
        <p:spPr>
          <a:xfrm>
            <a:off x="3200400" y="1234440"/>
            <a:ext cx="365760" cy="365760"/>
          </a:xfrm>
          <a:prstGeom prst="ellipse">
            <a:avLst/>
          </a:prstGeom>
          <a:solidFill>
            <a:srgbClr val="C6993E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4904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Refine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490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every page. Flag anything you'd like adjusted — text, photos, layout.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2011680"/>
            <a:ext cx="365760" cy="365760"/>
          </a:xfrm>
          <a:prstGeom prst="ellipse">
            <a:avLst/>
          </a:prstGeom>
          <a:solidFill>
            <a:srgbClr val="C6993E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490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Real Links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Amazon, Barnes &amp; Noble, and social media to actual purchase and profile URLs.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788920"/>
            <a:ext cx="365760" cy="365760"/>
          </a:xfrm>
          <a:prstGeom prst="ellipse">
            <a:avLst/>
          </a:prstGeom>
          <a:solidFill>
            <a:srgbClr val="C6993E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74904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Setup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becaptivatedbooks.com to your hosting provider and upload the website files.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3566160"/>
            <a:ext cx="365760" cy="365760"/>
          </a:xfrm>
          <a:prstGeom prst="ellipse">
            <a:avLst/>
          </a:prstGeom>
          <a:solidFill>
            <a:srgbClr val="C6993E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490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490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website with the world. Start driving traffic from social media and your network.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3A20"/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C6993E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detail of creation is a reflection of the Creator's character."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69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Christine Beltz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BeCaptivatedBooks.com — Website Pitch</dc:title>
  <dc:subject>PptxGenJS Presentation</dc:subject>
  <dc:creator>Be Captivated Books</dc:creator>
  <cp:lastModifiedBy>Be Captivated Books</cp:lastModifiedBy>
  <cp:revision>1</cp:revision>
  <dcterms:created xsi:type="dcterms:W3CDTF">2026-03-27T00:17:37Z</dcterms:created>
  <dcterms:modified xsi:type="dcterms:W3CDTF">2026-03-27T00:17:37Z</dcterms:modified>
</cp:coreProperties>
</file>